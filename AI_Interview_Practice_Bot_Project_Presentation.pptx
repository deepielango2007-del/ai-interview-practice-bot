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3F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3B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693408"/>
            <a:ext cx="12191695" cy="164592"/>
          </a:xfrm>
          <a:prstGeom prst="roundRect">
            <a:avLst/>
          </a:prstGeom>
          <a:solidFill>
            <a:srgbClr val="3B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66960" y="640080"/>
            <a:ext cx="1463040" cy="1463040"/>
          </a:xfrm>
          <a:prstGeom prst="roundRect">
            <a:avLst/>
          </a:prstGeom>
          <a:solidFill>
            <a:srgbClr val="EF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2103120"/>
            <a:ext cx="685800" cy="685800"/>
          </a:xfrm>
          <a:prstGeom prst="roundRect">
            <a:avLst/>
          </a:prstGeom>
          <a:solidFill>
            <a:srgbClr val="3B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394960"/>
            <a:ext cx="731520" cy="731520"/>
          </a:xfrm>
          <a:prstGeom prst="roundRect">
            <a:avLst/>
          </a:prstGeom>
          <a:solidFill>
            <a:srgbClr val="EF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2F4EF"/>
                </a:solidFill>
                <a:latin typeface="Aptos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960120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AI INTERVIEW
PRACTICE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web-based application for interview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572000"/>
            <a:ext cx="7772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Presented by: DEEPIKA E
Department of Computer Science and Engineering
R P Sarathy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5B3F91"/>
                </a:solidFill>
                <a:latin typeface="Aptos"/>
              </a:rPr>
              <a:t>01  | 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1143000" cy="54864"/>
          </a:xfrm>
          <a:prstGeom prst="rect">
            <a:avLst/>
          </a:prstGeom>
          <a:solidFill>
            <a:srgbClr val="3B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6070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6070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223E"/>
                </a:solidFill>
                <a:latin typeface="Aptos"/>
              </a:defRPr>
            </a:pPr>
            <a:r>
              <a:t>A browser-based application for student interview practice.</a:t>
            </a:r>
          </a:p>
          <a:p>
            <a:pPr>
              <a:spcAft>
                <a:spcPts val="1300"/>
              </a:spcAft>
              <a:defRPr sz="2100">
                <a:solidFill>
                  <a:srgbClr val="28223E"/>
                </a:solidFill>
                <a:latin typeface="Aptos"/>
              </a:defRPr>
            </a:pPr>
            <a:r>
              <a:t>Users select a subject and difficulty, then answer questions.</a:t>
            </a:r>
          </a:p>
          <a:p>
            <a:pPr>
              <a:spcAft>
                <a:spcPts val="1300"/>
              </a:spcAft>
              <a:defRPr sz="2100">
                <a:solidFill>
                  <a:srgbClr val="28223E"/>
                </a:solidFill>
                <a:latin typeface="Aptos"/>
              </a:defRPr>
            </a:pPr>
            <a:r>
              <a:t>Results, explanations, review, and practice history are available in one place.</a:t>
            </a:r>
          </a:p>
          <a:p>
            <a:pPr>
              <a:spcAft>
                <a:spcPts val="1300"/>
              </a:spcAft>
              <a:defRPr sz="2100">
                <a:solidFill>
                  <a:srgbClr val="28223E"/>
                </a:solidFill>
                <a:latin typeface="Aptos"/>
              </a:defRPr>
            </a:pPr>
            <a:r>
              <a:t>Designed to work through a mobile or desktop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5B3F91"/>
                </a:solidFill>
                <a:latin typeface="Aptos"/>
              </a:rPr>
              <a:t>02  | 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1143000" cy="54864"/>
          </a:xfrm>
          <a:prstGeom prst="rect">
            <a:avLst/>
          </a:prstGeom>
          <a:solidFill>
            <a:srgbClr val="3B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6070"/>
                </a:solidFill>
                <a:latin typeface="Aptos"/>
              </a:rPr>
              <a:t>What the project aims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6070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223E"/>
                </a:solidFill>
                <a:latin typeface="Aptos"/>
              </a:defRPr>
            </a:pPr>
            <a:r>
              <a:t>Help students practise interview questions independently.</a:t>
            </a:r>
          </a:p>
          <a:p>
            <a:pPr>
              <a:spcAft>
                <a:spcPts val="1300"/>
              </a:spcAft>
              <a:defRPr sz="2100">
                <a:solidFill>
                  <a:srgbClr val="28223E"/>
                </a:solidFill>
                <a:latin typeface="Aptos"/>
              </a:defRPr>
            </a:pPr>
            <a:r>
              <a:t>Check submitted answers and display scores.</a:t>
            </a:r>
          </a:p>
          <a:p>
            <a:pPr>
              <a:spcAft>
                <a:spcPts val="1300"/>
              </a:spcAft>
              <a:defRPr sz="2100">
                <a:solidFill>
                  <a:srgbClr val="28223E"/>
                </a:solidFill>
                <a:latin typeface="Aptos"/>
              </a:defRPr>
            </a:pPr>
            <a:r>
              <a:t>Provide explanations and answer review.</a:t>
            </a:r>
          </a:p>
          <a:p>
            <a:pPr>
              <a:spcAft>
                <a:spcPts val="1300"/>
              </a:spcAft>
              <a:defRPr sz="2100">
                <a:solidFill>
                  <a:srgbClr val="28223E"/>
                </a:solidFill>
                <a:latin typeface="Aptos"/>
              </a:defRPr>
            </a:pPr>
            <a:r>
              <a:t>Track practice sessions and summarise performance.</a:t>
            </a:r>
          </a:p>
          <a:p>
            <a:pPr>
              <a:spcAft>
                <a:spcPts val="1300"/>
              </a:spcAft>
              <a:defRPr sz="2100">
                <a:solidFill>
                  <a:srgbClr val="28223E"/>
                </a:solidFill>
                <a:latin typeface="Aptos"/>
              </a:defRPr>
            </a:pPr>
            <a:r>
              <a:t>Offer a certificate view after completing a practice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5B3F91"/>
                </a:solidFill>
                <a:latin typeface="Aptos"/>
              </a:rPr>
              <a:t>03  |  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1143000" cy="54864"/>
          </a:xfrm>
          <a:prstGeom prst="rect">
            <a:avLst/>
          </a:prstGeom>
          <a:solidFill>
            <a:srgbClr val="3B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6070"/>
                </a:solidFill>
                <a:latin typeface="Aptos"/>
              </a:rPr>
              <a:t>Tools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6070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5B3F91"/>
                </a:solidFill>
                <a:latin typeface="Aptos Display"/>
              </a:rPr>
              <a:t>HTML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Structures the web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CSS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Styles layout and appearance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5B3F91"/>
                </a:solidFill>
                <a:latin typeface="Aptos Display"/>
              </a:rPr>
              <a:t>JavaScript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Controls questions and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4747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Local Storage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Saves data in this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5B3F91"/>
                </a:solidFill>
                <a:latin typeface="Aptos Display"/>
              </a:rPr>
              <a:t>Acode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Mobile code editor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5B3F91"/>
                </a:solidFill>
                <a:latin typeface="Aptos"/>
              </a:rPr>
              <a:t>04  |  Main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1143000" cy="54864"/>
          </a:xfrm>
          <a:prstGeom prst="rect">
            <a:avLst/>
          </a:prstGeom>
          <a:solidFill>
            <a:srgbClr val="3B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6070"/>
                </a:solidFill>
                <a:latin typeface="Aptos"/>
              </a:rPr>
              <a:t>Core parts of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6070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223E"/>
                </a:solidFill>
                <a:latin typeface="Aptos"/>
              </a:defRPr>
            </a:pPr>
            <a:r>
              <a:t>Home page: name, subject, and difficulty selection.</a:t>
            </a:r>
          </a:p>
          <a:p>
            <a:pPr>
              <a:spcAft>
                <a:spcPts val="1300"/>
              </a:spcAft>
              <a:defRPr sz="1900">
                <a:solidFill>
                  <a:srgbClr val="28223E"/>
                </a:solidFill>
                <a:latin typeface="Aptos"/>
              </a:defRPr>
            </a:pPr>
            <a:r>
              <a:t>Interview: questions, timer, progress bar, and answer input.</a:t>
            </a:r>
          </a:p>
          <a:p>
            <a:pPr>
              <a:spcAft>
                <a:spcPts val="1300"/>
              </a:spcAft>
              <a:defRPr sz="1900">
                <a:solidFill>
                  <a:srgbClr val="28223E"/>
                </a:solidFill>
                <a:latin typeface="Aptos"/>
              </a:defRPr>
            </a:pPr>
            <a:r>
              <a:t>Results and review: score, percentage, feedback, and explanations.</a:t>
            </a:r>
          </a:p>
          <a:p>
            <a:pPr>
              <a:spcAft>
                <a:spcPts val="1300"/>
              </a:spcAft>
              <a:defRPr sz="1900">
                <a:solidFill>
                  <a:srgbClr val="28223E"/>
                </a:solidFill>
                <a:latin typeface="Aptos"/>
              </a:defRPr>
            </a:pPr>
            <a:r>
              <a:t>History and dashboard: saved sessions and performance summaries.</a:t>
            </a:r>
          </a:p>
          <a:p>
            <a:pPr>
              <a:spcAft>
                <a:spcPts val="1300"/>
              </a:spcAft>
              <a:defRPr sz="1900">
                <a:solidFill>
                  <a:srgbClr val="28223E"/>
                </a:solidFill>
                <a:latin typeface="Aptos"/>
              </a:defRPr>
            </a:pPr>
            <a:r>
              <a:t>Certificate: displays practice-session details and print option.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5B3F91"/>
                </a:solidFill>
                <a:latin typeface="Aptos"/>
              </a:rPr>
              <a:t>05  |  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1143000" cy="54864"/>
          </a:xfrm>
          <a:prstGeom prst="rect">
            <a:avLst/>
          </a:prstGeom>
          <a:solidFill>
            <a:srgbClr val="3B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6070"/>
                </a:solidFill>
                <a:latin typeface="Aptos"/>
              </a:rPr>
              <a:t>How a user moves through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6070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645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5B3F91"/>
                </a:solidFill>
                <a:latin typeface="Aptos Display"/>
              </a:rPr>
              <a:t>1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Enter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2" y="2560320"/>
            <a:ext cx="2926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B8C88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148840"/>
            <a:ext cx="1645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2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Choose subject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2232" y="2560320"/>
            <a:ext cx="2926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B8C8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48840"/>
            <a:ext cx="1645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5B3F91"/>
                </a:solidFill>
                <a:latin typeface="Aptos Display"/>
              </a:rPr>
              <a:t>3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Answer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2560320"/>
            <a:ext cx="2926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B8C8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48840"/>
            <a:ext cx="1645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4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View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2712" y="2560320"/>
            <a:ext cx="2926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B8C8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148840"/>
            <a:ext cx="1645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5B3F91"/>
                </a:solidFill>
                <a:latin typeface="Aptos Display"/>
              </a:rPr>
              <a:t>5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Review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2952" y="2560320"/>
            <a:ext cx="2926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B8C88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2148840"/>
            <a:ext cx="1645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6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Check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10149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5F6070"/>
                </a:solidFill>
                <a:latin typeface="Aptos"/>
              </a:rPr>
              <a:t>The app stores practice-session information in the browser's Local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5B3F91"/>
                </a:solidFill>
                <a:latin typeface="Aptos"/>
              </a:rPr>
              <a:t>06  | 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1143000" cy="54864"/>
          </a:xfrm>
          <a:prstGeom prst="rect">
            <a:avLst/>
          </a:prstGeom>
          <a:solidFill>
            <a:srgbClr val="3B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6070"/>
                </a:solidFill>
                <a:latin typeface="Aptos"/>
              </a:rPr>
              <a:t>Current implemented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6070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223E"/>
                </a:solidFill>
                <a:latin typeface="Aptos"/>
              </a:defRPr>
            </a:pPr>
            <a:r>
              <a:t>Subject choices include Python, Java, DBMS, C Programming, and HR.</a:t>
            </a:r>
          </a:p>
          <a:p>
            <a:pPr>
              <a:spcAft>
                <a:spcPts val="1300"/>
              </a:spcAft>
              <a:defRPr sz="2000">
                <a:solidFill>
                  <a:srgbClr val="28223E"/>
                </a:solidFill>
                <a:latin typeface="Aptos"/>
              </a:defRPr>
            </a:pPr>
            <a:r>
              <a:t>Timer, question progress, and programmed answer checking.</a:t>
            </a:r>
          </a:p>
          <a:p>
            <a:pPr>
              <a:spcAft>
                <a:spcPts val="1300"/>
              </a:spcAft>
              <a:defRPr sz="2000">
                <a:solidFill>
                  <a:srgbClr val="28223E"/>
                </a:solidFill>
                <a:latin typeface="Aptos"/>
              </a:defRPr>
            </a:pPr>
            <a:r>
              <a:t>Explanations and review of answers.</a:t>
            </a:r>
          </a:p>
          <a:p>
            <a:pPr>
              <a:spcAft>
                <a:spcPts val="1300"/>
              </a:spcAft>
              <a:defRPr sz="2000">
                <a:solidFill>
                  <a:srgbClr val="28223E"/>
                </a:solidFill>
                <a:latin typeface="Aptos"/>
              </a:defRPr>
            </a:pPr>
            <a:r>
              <a:t>Score, percentage, interview history, and performance dashboard.</a:t>
            </a:r>
          </a:p>
          <a:p>
            <a:pPr>
              <a:spcAft>
                <a:spcPts val="1300"/>
              </a:spcAft>
              <a:defRPr sz="2000">
                <a:solidFill>
                  <a:srgbClr val="28223E"/>
                </a:solidFill>
                <a:latin typeface="Aptos"/>
              </a:defRPr>
            </a:pPr>
            <a:r>
              <a:t>Certificate display and browser print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5B3F91"/>
                </a:solidFill>
                <a:latin typeface="Aptos"/>
              </a:rPr>
              <a:t>07  | 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1143000" cy="54864"/>
          </a:xfrm>
          <a:prstGeom prst="rect">
            <a:avLst/>
          </a:prstGeom>
          <a:solidFill>
            <a:srgbClr val="3B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6070"/>
                </a:solidFill>
                <a:latin typeface="Aptos"/>
              </a:rPr>
              <a:t>Manual checks completed during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6070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Navigation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0020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Timer and progress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Answer checking and score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92608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Review and explanations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5196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Certificate and history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25196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Multiple history records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5B3F91"/>
                </a:solidFill>
                <a:latin typeface="Aptos"/>
              </a:rPr>
              <a:t>08  |  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1143000" cy="54864"/>
          </a:xfrm>
          <a:prstGeom prst="rect">
            <a:avLst/>
          </a:prstGeom>
          <a:solidFill>
            <a:srgbClr val="3B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6070"/>
                </a:solidFill>
                <a:latin typeface="Aptos"/>
              </a:rPr>
              <a:t>Current scope and possible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F6070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0292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5B3F91"/>
                </a:solidFill>
                <a:latin typeface="Aptos Display"/>
              </a:rPr>
              <a:t>Current Limitations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Answer checking uses programmed rules.
Data stays in the current browser.
Question sets are limited to included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0292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91440"/>
          <a:lstStyle/>
          <a:p>
            <a:pPr algn="ctr"/>
            <a:r>
              <a:rPr sz="1900" b="1">
                <a:solidFill>
                  <a:srgbClr val="3B8C88"/>
                </a:solidFill>
                <a:latin typeface="Aptos Display"/>
              </a:rPr>
              <a:t>Future Enhancements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28223E"/>
                </a:solidFill>
                <a:latin typeface="Aptos"/>
              </a:rPr>
              <a:t>Connect an AI API for meaning-based evaluation.
Add more questions and charts.
Enable secure cross-device accounts.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3F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0876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606040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D2F4EF"/>
                </a:solidFill>
                <a:latin typeface="Aptos"/>
              </a:rPr>
              <a:t>AI Interview Practice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Presented by DEEPIKA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